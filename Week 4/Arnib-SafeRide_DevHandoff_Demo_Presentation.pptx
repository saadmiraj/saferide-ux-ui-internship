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206240"/>
            <a:ext cx="4754880" cy="47548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59436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5146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SAFERIDE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03580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Safety, Our Priority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09160" y="3611880"/>
            <a:ext cx="2770632" cy="0"/>
          </a:xfrm>
          <a:prstGeom prst="line">
            <a:avLst/>
          </a:prstGeom>
          <a:noFill/>
          <a:ln w="25400">
            <a:solidFill>
              <a:srgbClr val="F88C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Handoff &amp; Demo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4370832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Dev Mode Handoff  ·  Design Tokens  ·  Product Walkthrough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Arnib  ·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this Deck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walkthrough of the SafeRide app — 24 screens across onboarding, SOS, and safety flows.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Specification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81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measurements, states, and styling for shared components (e.g. Primary Button).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78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color, typography, and spacing values engineering should reference directly.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Notes &amp; Naming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276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Figma Dev Mode, layer naming, and shared component usage.</a:t>
            </a:r>
            <a:endParaRPr lang="en-US" sz="1150" dirty="0"/>
          </a:p>
        </p:txBody>
      </p:sp>
      <p:pic>
        <p:nvPicPr>
          <p:cNvPr id="20" name="Image 0" descr="assets/scre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17320"/>
            <a:ext cx="5193792" cy="4937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Walkthrough — 24 Screens</a:t>
            </a:r>
            <a:endParaRPr lang="en-US" sz="3000" dirty="0"/>
          </a:p>
        </p:txBody>
      </p:sp>
      <p:pic>
        <p:nvPicPr>
          <p:cNvPr id="4" name="Image 0" descr="assets/scre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417320"/>
            <a:ext cx="4279392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618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618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9476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login, sign-up, home &amp; driver verification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&amp; Smart SOS Flow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screens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43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trip tracking through full SOS activation sequence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483864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4107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Deviation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3410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7398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Alert, contact support, call emergency, continue route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379976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43068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Support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43068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46360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contacts, emergency center, safety mode, AI assistant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276088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5202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&amp; Reports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5202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history and AI-driven safety reports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DEVELOPER HANDOFF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Specification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BUTTON — “Book Ride”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309360" cy="420624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name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057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/ Primary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309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5146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container / 48px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6309360" cy="420624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971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horizontal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6309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29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radius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4290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6309360" cy="420624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8862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8862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· 14px · SemiBold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6309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3434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343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6309360" cy="420624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8006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8006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#1E3A8A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6309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257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5257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Pressed · Disabled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21031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Ride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32004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629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0" y="3200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Ride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37856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429768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D1D5D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1520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Ride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4882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5349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Figma Dev Mode to inspect exact measurements for every component in this file.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DEVELOPER HANDOFF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Tokens — Color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81328" cy="1280160"/>
          </a:xfrm>
          <a:prstGeom prst="roundRect">
            <a:avLst>
              <a:gd name="adj" fmla="val 5714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3108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3649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#1E3A8A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57984" y="1737360"/>
            <a:ext cx="1481328" cy="1280160"/>
          </a:xfrm>
          <a:prstGeom prst="roundRect">
            <a:avLst>
              <a:gd name="adj" fmla="val 5714"/>
            </a:avLst>
          </a:prstGeom>
          <a:solidFill>
            <a:srgbClr val="E538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03704" y="3108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03704" y="33649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#E53835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67328" y="1737360"/>
            <a:ext cx="1481328" cy="1280160"/>
          </a:xfrm>
          <a:prstGeom prst="roundRect">
            <a:avLst>
              <a:gd name="adj" fmla="val 5714"/>
            </a:avLst>
          </a:prstGeom>
          <a:solidFill>
            <a:srgbClr val="F88C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13048" y="3108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33649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#F88C00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76672" y="1737360"/>
            <a:ext cx="1481328" cy="1280160"/>
          </a:xfrm>
          <a:prstGeom prst="roundRect">
            <a:avLst>
              <a:gd name="adj" fmla="val 5714"/>
            </a:avLst>
          </a:prstGeom>
          <a:solidFill>
            <a:srgbClr val="43A0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22392" y="3108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22392" y="33649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#43A047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86016" y="1737360"/>
            <a:ext cx="1481328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31736" y="3108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33649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#F5F6F8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0" y="1737360"/>
            <a:ext cx="1481328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08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3649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#111827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204704" y="1737360"/>
            <a:ext cx="1481328" cy="1280160"/>
          </a:xfrm>
          <a:prstGeom prst="roundRect">
            <a:avLst>
              <a:gd name="adj" fmla="val 5714"/>
            </a:avLst>
          </a:prstGeom>
          <a:solidFill>
            <a:srgbClr val="6872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50424" y="3108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Secondary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250424" y="336499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#687280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11091672" cy="2514600"/>
          </a:xfrm>
          <a:prstGeom prst="rect">
            <a:avLst>
              <a:gd name="adj" fmla="val 3636"/>
            </a:avLst>
          </a:prstGeom>
          <a:solidFill>
            <a:srgbClr val="F5F6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RULES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4343400"/>
            <a:ext cx="256032" cy="25603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233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tokens by name, never hard-code hex values in components.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4800600"/>
            <a:ext cx="256032" cy="25603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782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46908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red is reserved exclusively for SOS / critical actions.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8680" y="5257800"/>
            <a:ext cx="256032" cy="25603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5239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51480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yellow is used for alerts and route-deviation states only.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8680" y="5715000"/>
            <a:ext cx="256032" cy="25603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8680" y="5696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56052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blue covers navigation, headers, and non-emergency buttons.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DEVELOPER HANDOFF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 &amp; Spacing Tokens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— Inter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5486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 / Bold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54864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15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715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15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 / SemiBold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5486400" cy="5486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3741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3741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3741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/ SemiBold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54864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0325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0325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0325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14px / Regular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90872"/>
            <a:ext cx="5486400" cy="5486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6908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4690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6908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12px / Regular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family: Inter — consistent across all screens. Never mix more than 2 fonts on one screen.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— 8px Grid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2057400"/>
            <a:ext cx="1627632" cy="100584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21671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4px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660904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38744" y="2057400"/>
            <a:ext cx="1627632" cy="100584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38744" y="21671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8px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2660904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85248" y="2057400"/>
            <a:ext cx="1627632" cy="100584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85248" y="216712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16px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985248" y="2660904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3182112"/>
            <a:ext cx="1627632" cy="100584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32918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24px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378561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38744" y="3182112"/>
            <a:ext cx="1627632" cy="100584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38744" y="32918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32px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8238744" y="378561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85248" y="3182112"/>
            <a:ext cx="1627632" cy="100584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85248" y="32918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48px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9985248" y="3785616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Large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92240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layout spacing on the 8px grid — 4px is reserved for micro adjustments only.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DEVELOPER HANDOFF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Handoff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276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Figma Dev Mode for exact measurements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6276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component and layer names clear and consistent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791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shared color and typography tokens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278892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6791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8px grid spacing across all layouts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30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unified button, card, and icon components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730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red is reserved for SOS / critical actions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7823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yellow is used for alerts and route deviation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09360" y="489204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7823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interactive states before development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Layer &amp; Component Naming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636" y="2377440"/>
            <a:ext cx="2084832" cy="7315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F8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" y="23774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Button/Primary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84348" y="2377440"/>
            <a:ext cx="2084832" cy="7315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F88C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4348" y="23774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Button/Danger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52060" y="2377440"/>
            <a:ext cx="2084832" cy="7315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F88C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52060" y="23774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Card/Driver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9772" y="2377440"/>
            <a:ext cx="2084832" cy="7315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F88C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9772" y="23774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Card/Safety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87484" y="2377440"/>
            <a:ext cx="2084832" cy="7315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F88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87484" y="23774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Icon/SOS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9445752" cy="2194560"/>
          </a:xfrm>
          <a:prstGeom prst="rect">
            <a:avLst>
              <a:gd name="adj" fmla="val 4167"/>
            </a:avLst>
          </a:prstGeom>
          <a:solidFill>
            <a:srgbClr val="1E3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373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8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206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/ Variant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754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component, card, and icon follows this pattern so engineers can map Figma layers directly to code components — no guessing, no duplicate variants.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486400" cy="54864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5029200" cy="5029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84648" y="98755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0632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READY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09928" y="36118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 is structured, tokens are documented, and components are named for a clean engineering handoff.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4434840"/>
            <a:ext cx="2313432" cy="0"/>
          </a:xfrm>
          <a:prstGeom prst="line">
            <a:avLst/>
          </a:prstGeom>
          <a:noFill/>
          <a:ln w="25400">
            <a:solidFill>
              <a:srgbClr val="F88C00"/>
            </a:solidFill>
            <a:prstDash val="solid"/>
          </a:ln>
        </p:spPr>
      </p:sp>
      <p:pic>
        <p:nvPicPr>
          <p:cNvPr id="9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470916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0" y="5715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Arnib, Safa &amp; Iqra.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2026-09-05T19:12:11Z</dcterms:created>
  <dcterms:modified xsi:type="dcterms:W3CDTF">2026-09-05T19:12:11Z</dcterms:modified>
</cp:coreProperties>
</file>